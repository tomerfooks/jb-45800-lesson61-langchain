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97280"/>
            <a:ext cx="5303520" cy="4389120"/>
          </a:xfrm>
          <a:prstGeom prst="rect">
            <a:avLst/>
          </a:prstGeom>
          <a:solidFill>
            <a:srgbClr val="111A33"/>
          </a:solidFill>
          <a:ln w="12700">
            <a:solidFill>
              <a:srgbClr val="111A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7FB"/>
                </a:solidFill>
              </a:rPr>
              <a:t>AI Agents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3E1"/>
                </a:solidFill>
              </a:rPr>
              <a:t>Autonomous software that perceives, plans, uses tools, and acts toward goals.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234440"/>
            <a:ext cx="4754880" cy="4023360"/>
          </a:xfrm>
          <a:prstGeom prst="roundRect">
            <a:avLst/>
          </a:prstGeom>
          <a:solidFill>
            <a:srgbClr val="1A2447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C948"/>
                </a:solidFill>
              </a:rPr>
              <a:t>Core loop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03720" y="18745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1. Observe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2. Reason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3. Use tools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4. Act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5. Learn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03720" y="4160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3E1"/>
                </a:solidFill>
              </a:rPr>
              <a:t>Examples: customer support bots, coding assistants, research copilots, workflow automations.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an agent different?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3E1"/>
                </a:solidFill>
              </a:rPr>
              <a:t>Agents do more than generate text — they decide and execute.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Chatbot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FF"/>
                </a:solidFill>
              </a:rPr>
              <a:t>Responds to prompts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No persistent goal or tool 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91640" y="3749040"/>
            <a:ext cx="1280160" cy="128016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3977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315968" y="123444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Copilot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44568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FF"/>
                </a:solidFill>
              </a:rPr>
              <a:t>Assists a human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4568" y="2606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Human stays in control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58968" y="3749040"/>
            <a:ext cx="1280160" cy="128016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58968" y="3977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083296" y="123444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Agent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11896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FF"/>
                </a:solidFill>
              </a:rPr>
              <a:t>Pursues a goal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11896" y="2606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Plans, calls tools, and iterates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26296" y="3749040"/>
            <a:ext cx="1280160" cy="1280160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26296" y="3977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✓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an AI agent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3E1"/>
                </a:solidFill>
              </a:rPr>
              <a:t>A simple architecture for planning and action.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828800"/>
            <a:ext cx="731520" cy="73152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993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Goal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User intent or task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42032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C3E1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80360" y="1645920"/>
            <a:ext cx="1920240" cy="2011680"/>
          </a:xfrm>
          <a:prstGeom prst="roundRect">
            <a:avLst/>
          </a:prstGeom>
          <a:solidFill>
            <a:srgbClr val="F3F6FF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828800"/>
            <a:ext cx="731520" cy="73152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993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Planner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Breaks work into steps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82312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C3E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20640" y="164592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1828800"/>
            <a:ext cx="731520" cy="73152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1993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5780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Tools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Search, code, APIs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22592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C3E1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60920" y="1645920"/>
            <a:ext cx="1920240" cy="2011680"/>
          </a:xfrm>
          <a:prstGeom prst="roundRect">
            <a:avLst/>
          </a:prstGeom>
          <a:solidFill>
            <a:srgbClr val="F3F6FF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1828800"/>
            <a:ext cx="731520" cy="73152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1993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08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Memory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Stores context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62872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C3E1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01200" y="164592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95560" y="1828800"/>
            <a:ext cx="731520" cy="731520"/>
          </a:xfrm>
          <a:prstGeom prst="ellipse">
            <a:avLst/>
          </a:prstGeom>
          <a:solidFill>
            <a:srgbClr val="2EE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95560" y="1993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3836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Executor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3836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Carries out actions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 and risks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3E1"/>
                </a:solidFill>
              </a:rPr>
              <a:t>Agents unlock speed — but need guardrails.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303520" cy="4480560"/>
          </a:xfrm>
          <a:prstGeom prst="rect">
            <a:avLst/>
          </a:prstGeom>
          <a:solidFill>
            <a:srgbClr val="121B35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234440"/>
            <a:ext cx="5303520" cy="4480560"/>
          </a:xfrm>
          <a:prstGeom prst="rect">
            <a:avLst/>
          </a:prstGeom>
          <a:solidFill>
            <a:srgbClr val="121B35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E6A6"/>
                </a:solidFill>
              </a:rPr>
              <a:t>Benefits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Automate repetitive work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24/7 operation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Faster research and triage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Personalized assistance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80"/>
                </a:solidFill>
              </a:rPr>
              <a:t>Risks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192024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Hallucinations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Tool misuse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Data leakage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Cost and latency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3E1"/>
                </a:solidFill>
              </a:rPr>
              <a:t>Best practice: keep humans in the loop for high-stakes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agents are headed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3E1"/>
                </a:solidFill>
              </a:rPr>
              <a:t>The next wave is multi-agent systems and better orchestration.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28800"/>
            <a:ext cx="640080" cy="64008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93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Specialized agents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2024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One agent handles research, another writes, another verifies.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828800"/>
            <a:ext cx="640080" cy="640080"/>
          </a:xfrm>
          <a:prstGeom prst="ellipse">
            <a:avLst/>
          </a:prstGeom>
          <a:solidFill>
            <a:srgbClr val="2EE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993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Orchestration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4924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A controller routes tasks and checks outputs.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1828800"/>
            <a:ext cx="640080" cy="64008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993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Enterprise integration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7824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Agents connect to CRM, docs, code, and data systems.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2578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AI agents are moving from demos to dependable digital coworkers.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</dc:title>
  <dc:subject>Overview of AI agents</dc:subject>
  <dc:creator>AI Assistant</dc:creator>
  <cp:lastModifiedBy>AI Assistant</cp:lastModifiedBy>
  <cp:revision>1</cp:revision>
  <dcterms:created xsi:type="dcterms:W3CDTF">2026-06-28T18:03:04Z</dcterms:created>
  <dcterms:modified xsi:type="dcterms:W3CDTF">2026-06-28T18:03:04Z</dcterms:modified>
</cp:coreProperties>
</file>